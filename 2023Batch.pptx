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92" r:id="rId3"/>
    <p:sldId id="286" r:id="rId4"/>
    <p:sldId id="287" r:id="rId5"/>
    <p:sldId id="288" r:id="rId6"/>
    <p:sldId id="289" r:id="rId7"/>
    <p:sldId id="290" r:id="rId8"/>
    <p:sldId id="291" r:id="rId9"/>
    <p:sldId id="269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92" autoAdjust="0"/>
  </p:normalViewPr>
  <p:slideViewPr>
    <p:cSldViewPr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42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3" name="Shape 42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9850644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760" cy="687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479" y="1604519"/>
            <a:ext cx="10972442" cy="3977282"/>
          </a:xfrm>
          <a:prstGeom prst="rect">
            <a:avLst/>
          </a:prstGeom>
        </p:spPr>
        <p:txBody>
          <a:bodyPr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479" y="1604519"/>
            <a:ext cx="10972442" cy="397728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479" y="1604519"/>
            <a:ext cx="5354282" cy="397728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479" y="1604519"/>
            <a:ext cx="5354282" cy="397728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9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479" y="1604519"/>
            <a:ext cx="10972442" cy="189684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3533042" cy="189684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21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Straight Connector 9"/>
          <p:cNvSpPr/>
          <p:nvPr/>
        </p:nvSpPr>
        <p:spPr>
          <a:xfrm>
            <a:off x="838800" y="1500840"/>
            <a:ext cx="10514881" cy="10440"/>
          </a:xfrm>
          <a:prstGeom prst="line">
            <a:avLst/>
          </a:prstGeom>
          <a:ln w="38100">
            <a:solidFill>
              <a:srgbClr val="9D1D59"/>
            </a:solidFill>
            <a:miter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125" name="Slide Number Placeholder 5"/>
          <p:cNvGrpSpPr/>
          <p:nvPr/>
        </p:nvGrpSpPr>
        <p:grpSpPr>
          <a:xfrm>
            <a:off x="10983239" y="6356520"/>
            <a:ext cx="370441" cy="501121"/>
            <a:chOff x="0" y="0"/>
            <a:chExt cx="370440" cy="501119"/>
          </a:xfrm>
        </p:grpSpPr>
        <p:sp>
          <p:nvSpPr>
            <p:cNvPr id="123" name="Rectangle"/>
            <p:cNvSpPr/>
            <p:nvPr/>
          </p:nvSpPr>
          <p:spPr>
            <a:xfrm>
              <a:off x="-1" y="0"/>
              <a:ext cx="370442" cy="501120"/>
            </a:xfrm>
            <a:prstGeom prst="rect">
              <a:avLst/>
            </a:prstGeom>
            <a:solidFill>
              <a:srgbClr val="9D1D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 sz="1200" spc="-1"/>
              </a:pPr>
              <a:endParaRPr/>
            </a:p>
          </p:txBody>
        </p:sp>
        <p:sp>
          <p:nvSpPr>
            <p:cNvPr id="124" name="Text"/>
            <p:cNvSpPr txBox="1"/>
            <p:nvPr/>
          </p:nvSpPr>
          <p:spPr>
            <a:xfrm>
              <a:off x="45719" y="31157"/>
              <a:ext cx="279002" cy="438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r">
                <a:defRPr sz="1200" spc="-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6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Straight Connector 9"/>
          <p:cNvSpPr/>
          <p:nvPr/>
        </p:nvSpPr>
        <p:spPr>
          <a:xfrm>
            <a:off x="838800" y="1500840"/>
            <a:ext cx="10514881" cy="10440"/>
          </a:xfrm>
          <a:prstGeom prst="line">
            <a:avLst/>
          </a:prstGeom>
          <a:ln w="38100">
            <a:solidFill>
              <a:srgbClr val="9D1D59"/>
            </a:solidFill>
            <a:miter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168" name="Slide Number Placeholder 5"/>
          <p:cNvGrpSpPr/>
          <p:nvPr/>
        </p:nvGrpSpPr>
        <p:grpSpPr>
          <a:xfrm>
            <a:off x="10983239" y="6356520"/>
            <a:ext cx="370441" cy="501121"/>
            <a:chOff x="0" y="0"/>
            <a:chExt cx="370440" cy="501119"/>
          </a:xfrm>
        </p:grpSpPr>
        <p:sp>
          <p:nvSpPr>
            <p:cNvPr id="166" name="Rectangle"/>
            <p:cNvSpPr/>
            <p:nvPr/>
          </p:nvSpPr>
          <p:spPr>
            <a:xfrm>
              <a:off x="-1" y="0"/>
              <a:ext cx="370442" cy="501120"/>
            </a:xfrm>
            <a:prstGeom prst="rect">
              <a:avLst/>
            </a:prstGeom>
            <a:solidFill>
              <a:srgbClr val="9D1D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 sz="1200" spc="-1"/>
              </a:pPr>
              <a:endParaRPr/>
            </a:p>
          </p:txBody>
        </p:sp>
        <p:sp>
          <p:nvSpPr>
            <p:cNvPr id="167" name="Text"/>
            <p:cNvSpPr txBox="1"/>
            <p:nvPr/>
          </p:nvSpPr>
          <p:spPr>
            <a:xfrm>
              <a:off x="45719" y="31157"/>
              <a:ext cx="279002" cy="438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r">
                <a:defRPr sz="1200" spc="-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69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7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479" y="1604519"/>
            <a:ext cx="5354282" cy="39772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9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9"/>
          <p:cNvSpPr/>
          <p:nvPr/>
        </p:nvSpPr>
        <p:spPr>
          <a:xfrm>
            <a:off x="838800" y="1500840"/>
            <a:ext cx="10514881" cy="10440"/>
          </a:xfrm>
          <a:prstGeom prst="line">
            <a:avLst/>
          </a:prstGeom>
          <a:ln w="38100">
            <a:solidFill>
              <a:srgbClr val="9D1D59"/>
            </a:solidFill>
            <a:miter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197" name="Slide Number Placeholder 5"/>
          <p:cNvGrpSpPr/>
          <p:nvPr/>
        </p:nvGrpSpPr>
        <p:grpSpPr>
          <a:xfrm>
            <a:off x="10983239" y="6356520"/>
            <a:ext cx="370441" cy="501121"/>
            <a:chOff x="0" y="0"/>
            <a:chExt cx="370440" cy="501119"/>
          </a:xfrm>
        </p:grpSpPr>
        <p:sp>
          <p:nvSpPr>
            <p:cNvPr id="195" name="Rectangle"/>
            <p:cNvSpPr/>
            <p:nvPr/>
          </p:nvSpPr>
          <p:spPr>
            <a:xfrm>
              <a:off x="-1" y="0"/>
              <a:ext cx="370442" cy="501120"/>
            </a:xfrm>
            <a:prstGeom prst="rect">
              <a:avLst/>
            </a:prstGeom>
            <a:solidFill>
              <a:srgbClr val="9D1D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 sz="1200" spc="-1"/>
              </a:pPr>
              <a:endParaRPr/>
            </a:p>
          </p:txBody>
        </p:sp>
        <p:sp>
          <p:nvSpPr>
            <p:cNvPr id="196" name="Text"/>
            <p:cNvSpPr txBox="1"/>
            <p:nvPr/>
          </p:nvSpPr>
          <p:spPr>
            <a:xfrm>
              <a:off x="45719" y="31157"/>
              <a:ext cx="279002" cy="438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r">
                <a:defRPr sz="1200" spc="-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98" name="Body Level One…"/>
          <p:cNvSpPr txBox="1">
            <a:spLocks noGrp="1"/>
          </p:cNvSpPr>
          <p:nvPr>
            <p:ph type="body" idx="1"/>
          </p:nvPr>
        </p:nvSpPr>
        <p:spPr>
          <a:xfrm>
            <a:off x="609479" y="273599"/>
            <a:ext cx="10972442" cy="530784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22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Straight Connector 9"/>
          <p:cNvSpPr/>
          <p:nvPr/>
        </p:nvSpPr>
        <p:spPr>
          <a:xfrm>
            <a:off x="838800" y="1500840"/>
            <a:ext cx="10514881" cy="10440"/>
          </a:xfrm>
          <a:prstGeom prst="line">
            <a:avLst/>
          </a:prstGeom>
          <a:ln w="38100">
            <a:solidFill>
              <a:srgbClr val="9D1D59"/>
            </a:solidFill>
            <a:miter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226" name="Slide Number Placeholder 5"/>
          <p:cNvGrpSpPr/>
          <p:nvPr/>
        </p:nvGrpSpPr>
        <p:grpSpPr>
          <a:xfrm>
            <a:off x="10983239" y="6356520"/>
            <a:ext cx="370441" cy="501121"/>
            <a:chOff x="0" y="0"/>
            <a:chExt cx="370440" cy="501119"/>
          </a:xfrm>
        </p:grpSpPr>
        <p:sp>
          <p:nvSpPr>
            <p:cNvPr id="224" name="Rectangle"/>
            <p:cNvSpPr/>
            <p:nvPr/>
          </p:nvSpPr>
          <p:spPr>
            <a:xfrm>
              <a:off x="-1" y="0"/>
              <a:ext cx="370442" cy="501120"/>
            </a:xfrm>
            <a:prstGeom prst="rect">
              <a:avLst/>
            </a:prstGeom>
            <a:solidFill>
              <a:srgbClr val="9D1D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 sz="1200" spc="-1"/>
              </a:pPr>
              <a:endParaRPr/>
            </a:p>
          </p:txBody>
        </p:sp>
        <p:sp>
          <p:nvSpPr>
            <p:cNvPr id="225" name="Text"/>
            <p:cNvSpPr txBox="1"/>
            <p:nvPr/>
          </p:nvSpPr>
          <p:spPr>
            <a:xfrm>
              <a:off x="45719" y="31157"/>
              <a:ext cx="279002" cy="438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r">
                <a:defRPr sz="1200" spc="-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227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479" y="1604519"/>
            <a:ext cx="5354282" cy="39772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37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Straight Connector 9"/>
          <p:cNvSpPr/>
          <p:nvPr/>
        </p:nvSpPr>
        <p:spPr>
          <a:xfrm>
            <a:off x="838800" y="1500840"/>
            <a:ext cx="10514881" cy="10440"/>
          </a:xfrm>
          <a:prstGeom prst="line">
            <a:avLst/>
          </a:prstGeom>
          <a:ln w="38100">
            <a:solidFill>
              <a:srgbClr val="9D1D59"/>
            </a:solidFill>
            <a:miter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241" name="Slide Number Placeholder 5"/>
          <p:cNvGrpSpPr/>
          <p:nvPr/>
        </p:nvGrpSpPr>
        <p:grpSpPr>
          <a:xfrm>
            <a:off x="10983239" y="6356520"/>
            <a:ext cx="370441" cy="501121"/>
            <a:chOff x="0" y="0"/>
            <a:chExt cx="370440" cy="501119"/>
          </a:xfrm>
        </p:grpSpPr>
        <p:sp>
          <p:nvSpPr>
            <p:cNvPr id="239" name="Rectangle"/>
            <p:cNvSpPr/>
            <p:nvPr/>
          </p:nvSpPr>
          <p:spPr>
            <a:xfrm>
              <a:off x="-1" y="0"/>
              <a:ext cx="370442" cy="501120"/>
            </a:xfrm>
            <a:prstGeom prst="rect">
              <a:avLst/>
            </a:prstGeom>
            <a:solidFill>
              <a:srgbClr val="9D1D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 sz="1200" spc="-1"/>
              </a:pPr>
              <a:endParaRPr/>
            </a:p>
          </p:txBody>
        </p:sp>
        <p:sp>
          <p:nvSpPr>
            <p:cNvPr id="240" name="Text"/>
            <p:cNvSpPr txBox="1"/>
            <p:nvPr/>
          </p:nvSpPr>
          <p:spPr>
            <a:xfrm>
              <a:off x="45719" y="31157"/>
              <a:ext cx="279002" cy="438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r">
                <a:defRPr sz="1200" spc="-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242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24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52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Straight Connector 9"/>
          <p:cNvSpPr/>
          <p:nvPr/>
        </p:nvSpPr>
        <p:spPr>
          <a:xfrm>
            <a:off x="838800" y="1500840"/>
            <a:ext cx="10514881" cy="10440"/>
          </a:xfrm>
          <a:prstGeom prst="line">
            <a:avLst/>
          </a:prstGeom>
          <a:ln w="38100">
            <a:solidFill>
              <a:srgbClr val="9D1D59"/>
            </a:solidFill>
            <a:miter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256" name="Slide Number Placeholder 5"/>
          <p:cNvGrpSpPr/>
          <p:nvPr/>
        </p:nvGrpSpPr>
        <p:grpSpPr>
          <a:xfrm>
            <a:off x="10983239" y="6356520"/>
            <a:ext cx="370441" cy="501121"/>
            <a:chOff x="0" y="0"/>
            <a:chExt cx="370440" cy="501119"/>
          </a:xfrm>
        </p:grpSpPr>
        <p:sp>
          <p:nvSpPr>
            <p:cNvPr id="254" name="Rectangle"/>
            <p:cNvSpPr/>
            <p:nvPr/>
          </p:nvSpPr>
          <p:spPr>
            <a:xfrm>
              <a:off x="-1" y="0"/>
              <a:ext cx="370442" cy="501120"/>
            </a:xfrm>
            <a:prstGeom prst="rect">
              <a:avLst/>
            </a:prstGeom>
            <a:solidFill>
              <a:srgbClr val="9D1D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 sz="1200" spc="-1"/>
              </a:pPr>
              <a:endParaRPr/>
            </a:p>
          </p:txBody>
        </p:sp>
        <p:sp>
          <p:nvSpPr>
            <p:cNvPr id="255" name="Text"/>
            <p:cNvSpPr txBox="1"/>
            <p:nvPr/>
          </p:nvSpPr>
          <p:spPr>
            <a:xfrm>
              <a:off x="45719" y="31157"/>
              <a:ext cx="279002" cy="438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r">
                <a:defRPr sz="1200" spc="-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257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25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479" y="1604519"/>
            <a:ext cx="10972442" cy="1896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67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Straight Connector 9"/>
          <p:cNvSpPr/>
          <p:nvPr/>
        </p:nvSpPr>
        <p:spPr>
          <a:xfrm>
            <a:off x="838800" y="1500840"/>
            <a:ext cx="10514881" cy="10440"/>
          </a:xfrm>
          <a:prstGeom prst="line">
            <a:avLst/>
          </a:prstGeom>
          <a:ln w="38100">
            <a:solidFill>
              <a:srgbClr val="9D1D59"/>
            </a:solidFill>
            <a:miter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271" name="Slide Number Placeholder 5"/>
          <p:cNvGrpSpPr/>
          <p:nvPr/>
        </p:nvGrpSpPr>
        <p:grpSpPr>
          <a:xfrm>
            <a:off x="10983239" y="6356520"/>
            <a:ext cx="370441" cy="501121"/>
            <a:chOff x="0" y="0"/>
            <a:chExt cx="370440" cy="501119"/>
          </a:xfrm>
        </p:grpSpPr>
        <p:sp>
          <p:nvSpPr>
            <p:cNvPr id="269" name="Rectangle"/>
            <p:cNvSpPr/>
            <p:nvPr/>
          </p:nvSpPr>
          <p:spPr>
            <a:xfrm>
              <a:off x="-1" y="0"/>
              <a:ext cx="370442" cy="501120"/>
            </a:xfrm>
            <a:prstGeom prst="rect">
              <a:avLst/>
            </a:prstGeom>
            <a:solidFill>
              <a:srgbClr val="9D1D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 sz="1200" spc="-1"/>
              </a:pPr>
              <a:endParaRPr/>
            </a:p>
          </p:txBody>
        </p:sp>
        <p:sp>
          <p:nvSpPr>
            <p:cNvPr id="270" name="Text"/>
            <p:cNvSpPr txBox="1"/>
            <p:nvPr/>
          </p:nvSpPr>
          <p:spPr>
            <a:xfrm>
              <a:off x="45719" y="31157"/>
              <a:ext cx="279002" cy="438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r">
                <a:defRPr sz="1200" spc="-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272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2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82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Straight Connector 9"/>
          <p:cNvSpPr/>
          <p:nvPr/>
        </p:nvSpPr>
        <p:spPr>
          <a:xfrm>
            <a:off x="838800" y="1500840"/>
            <a:ext cx="10514881" cy="10440"/>
          </a:xfrm>
          <a:prstGeom prst="line">
            <a:avLst/>
          </a:prstGeom>
          <a:ln w="38100">
            <a:solidFill>
              <a:srgbClr val="9D1D59"/>
            </a:solidFill>
            <a:miter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286" name="Slide Number Placeholder 5"/>
          <p:cNvGrpSpPr/>
          <p:nvPr/>
        </p:nvGrpSpPr>
        <p:grpSpPr>
          <a:xfrm>
            <a:off x="10983239" y="6356520"/>
            <a:ext cx="370441" cy="501121"/>
            <a:chOff x="0" y="0"/>
            <a:chExt cx="370440" cy="501119"/>
          </a:xfrm>
        </p:grpSpPr>
        <p:sp>
          <p:nvSpPr>
            <p:cNvPr id="284" name="Rectangle"/>
            <p:cNvSpPr/>
            <p:nvPr/>
          </p:nvSpPr>
          <p:spPr>
            <a:xfrm>
              <a:off x="-1" y="0"/>
              <a:ext cx="370442" cy="501120"/>
            </a:xfrm>
            <a:prstGeom prst="rect">
              <a:avLst/>
            </a:prstGeom>
            <a:solidFill>
              <a:srgbClr val="9D1D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 sz="1200" spc="-1"/>
              </a:pPr>
              <a:endParaRPr/>
            </a:p>
          </p:txBody>
        </p:sp>
        <p:sp>
          <p:nvSpPr>
            <p:cNvPr id="285" name="Text"/>
            <p:cNvSpPr txBox="1"/>
            <p:nvPr/>
          </p:nvSpPr>
          <p:spPr>
            <a:xfrm>
              <a:off x="45719" y="31157"/>
              <a:ext cx="279002" cy="438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r">
                <a:defRPr sz="1200" spc="-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287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2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3533042" cy="1896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97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06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08" name="Body Level One…"/>
          <p:cNvSpPr txBox="1">
            <a:spLocks noGrp="1"/>
          </p:cNvSpPr>
          <p:nvPr>
            <p:ph type="body" idx="1"/>
          </p:nvPr>
        </p:nvSpPr>
        <p:spPr>
          <a:xfrm>
            <a:off x="609479" y="1604519"/>
            <a:ext cx="10972442" cy="397728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17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19" name="Body Level One…"/>
          <p:cNvSpPr txBox="1">
            <a:spLocks noGrp="1"/>
          </p:cNvSpPr>
          <p:nvPr>
            <p:ph type="body" idx="1"/>
          </p:nvPr>
        </p:nvSpPr>
        <p:spPr>
          <a:xfrm>
            <a:off x="609479" y="1604519"/>
            <a:ext cx="10972442" cy="39772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2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3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479" y="1604519"/>
            <a:ext cx="5354282" cy="39772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3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4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Body Level One…"/>
          <p:cNvSpPr txBox="1">
            <a:spLocks noGrp="1"/>
          </p:cNvSpPr>
          <p:nvPr>
            <p:ph type="body" idx="1"/>
          </p:nvPr>
        </p:nvSpPr>
        <p:spPr>
          <a:xfrm>
            <a:off x="609479" y="273599"/>
            <a:ext cx="10972442" cy="530784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5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6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70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7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479" y="1604519"/>
            <a:ext cx="5354282" cy="39772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81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82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92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9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479" y="1604519"/>
            <a:ext cx="10972442" cy="1896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40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404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40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41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415" name="Title Text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4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479" y="1604519"/>
            <a:ext cx="3533042" cy="1896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222120" y="134279"/>
            <a:ext cx="2818801" cy="89316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83239" y="6482928"/>
            <a:ext cx="370441" cy="248305"/>
          </a:xfrm>
          <a:prstGeom prst="rect">
            <a:avLst/>
          </a:prstGeom>
          <a:solidFill>
            <a:srgbClr val="9D1D59"/>
          </a:solidFill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 spc="-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4" name="Picture 7" descr="Picture 7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12191760" cy="687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/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4" r:id="rId13"/>
    <p:sldLayoutId id="2147483666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  <p:sldLayoutId id="2147483684" r:id="rId31"/>
  </p:sldLayoutIdLst>
  <p:transition spd="med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31800" marR="0" indent="-32385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93775" marR="0" indent="-453389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75000"/>
        <a:buFont typeface="Wingdings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56196" marR="0" indent="-448451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 typeface="Wingdings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847779" marR="0" indent="-335844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75000"/>
        <a:buFont typeface="Wingdings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246630" marR="0" indent="-30226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 typeface="Wingdings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78430" marR="0" indent="-30226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 typeface="Wingdings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10230" marR="0" indent="-30226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 typeface="Wingdings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Tx/>
        <a:buFont typeface="Wingdings"/>
        <a:buNone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Tx/>
        <a:buFont typeface="Wingdings"/>
        <a:buNone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0983239" y="6482928"/>
            <a:ext cx="370441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426" name="PlaceHolder 1"/>
          <p:cNvSpPr txBox="1">
            <a:spLocks noGrp="1"/>
          </p:cNvSpPr>
          <p:nvPr>
            <p:ph type="title"/>
          </p:nvPr>
        </p:nvSpPr>
        <p:spPr>
          <a:xfrm>
            <a:off x="2711624" y="1556792"/>
            <a:ext cx="7772042" cy="954001"/>
          </a:xfrm>
          <a:prstGeom prst="rect">
            <a:avLst/>
          </a:prstGeom>
        </p:spPr>
        <p:txBody>
          <a:bodyPr anchor="b"/>
          <a:lstStyle>
            <a:lvl1pPr>
              <a:defRPr spc="-100">
                <a:solidFill>
                  <a:srgbClr val="FFFF00"/>
                </a:solidFill>
              </a:defRPr>
            </a:lvl1pPr>
          </a:lstStyle>
          <a:p>
            <a:r>
              <a:rPr dirty="0"/>
              <a:t> </a:t>
            </a:r>
            <a:r>
              <a:rPr lang="en-US" dirty="0"/>
              <a:t>Internship</a:t>
            </a:r>
            <a:r>
              <a:rPr dirty="0"/>
              <a:t> Presentation</a:t>
            </a:r>
            <a:r>
              <a:rPr lang="en-US" dirty="0"/>
              <a:t> -1.0</a:t>
            </a:r>
            <a:endParaRPr dirty="0"/>
          </a:p>
        </p:txBody>
      </p:sp>
      <p:sp>
        <p:nvSpPr>
          <p:cNvPr id="427" name="PlaceHolder 2"/>
          <p:cNvSpPr txBox="1">
            <a:spLocks noGrp="1"/>
          </p:cNvSpPr>
          <p:nvPr>
            <p:ph type="body" sz="quarter" idx="1"/>
          </p:nvPr>
        </p:nvSpPr>
        <p:spPr>
          <a:xfrm>
            <a:off x="1199456" y="2636912"/>
            <a:ext cx="9612681" cy="1987081"/>
          </a:xfrm>
          <a:prstGeom prst="rect">
            <a:avLst/>
          </a:prstGeom>
        </p:spPr>
        <p:txBody>
          <a:bodyPr anchor="t">
            <a:normAutofit fontScale="77500" lnSpcReduction="20000"/>
          </a:bodyPr>
          <a:lstStyle/>
          <a:p>
            <a:pPr marL="323850" indent="-215900" algn="ctr">
              <a:lnSpc>
                <a:spcPct val="110000"/>
              </a:lnSpc>
              <a:spcBef>
                <a:spcPts val="1000"/>
              </a:spcBef>
              <a:buSzTx/>
              <a:buFont typeface="Wingdings"/>
              <a:buNone/>
              <a:defRPr b="1" spc="-100">
                <a:solidFill>
                  <a:srgbClr val="002060"/>
                </a:solidFill>
              </a:defRPr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Title</a:t>
            </a:r>
            <a:r>
              <a:rPr lang="en-US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: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323850" indent="-215900" algn="ctr">
              <a:lnSpc>
                <a:spcPct val="110000"/>
              </a:lnSpc>
              <a:spcBef>
                <a:spcPts val="1000"/>
              </a:spcBef>
              <a:buSzTx/>
              <a:buFont typeface="Wingdings"/>
              <a:buNone/>
              <a:defRPr b="1" spc="-100">
                <a:solidFill>
                  <a:srgbClr val="002060"/>
                </a:solidFill>
              </a:defRPr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Internship duration: </a:t>
            </a:r>
            <a:r>
              <a:rPr lang="en-US" sz="2900" b="1" spc="-1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900" b="1" spc="-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weeks) </a:t>
            </a:r>
            <a:r>
              <a:rPr lang="en-US" sz="2900" b="1" spc="-1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-30hrs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23850" lvl="0" indent="-215900" algn="ctr">
              <a:lnSpc>
                <a:spcPct val="110000"/>
              </a:lnSpc>
              <a:spcBef>
                <a:spcPts val="1000"/>
              </a:spcBef>
              <a:buSzTx/>
              <a:buNone/>
              <a:defRPr b="1" spc="-100">
                <a:solidFill>
                  <a:srgbClr val="002060"/>
                </a:solidFill>
              </a:defRPr>
            </a:pPr>
            <a:r>
              <a:rPr lang="en-US" altLang="en-US" sz="2900" b="1" spc="-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Company/Platform</a:t>
            </a:r>
            <a:r>
              <a:rPr lang="en-US" altLang="en-US" sz="2900" b="1" spc="-1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:</a:t>
            </a:r>
            <a:endParaRPr lang="en-US" altLang="en-US" sz="2900" b="1" spc="-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323850" indent="-215900" algn="ctr">
              <a:lnSpc>
                <a:spcPct val="110000"/>
              </a:lnSpc>
              <a:spcBef>
                <a:spcPts val="1000"/>
              </a:spcBef>
              <a:buSzTx/>
              <a:buNone/>
              <a:defRPr b="1" spc="-100">
                <a:solidFill>
                  <a:srgbClr val="002060"/>
                </a:solidFill>
              </a:defRPr>
            </a:pPr>
            <a:r>
              <a:rPr sz="2900" b="1" spc="-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B-TECH, </a:t>
            </a:r>
            <a:r>
              <a:rPr lang="en-US" sz="2900" b="1" spc="-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(</a:t>
            </a:r>
            <a:r>
              <a:rPr lang="en-IN" sz="2900" b="1" spc="-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CSE,ISE,AIML,MC)</a:t>
            </a:r>
            <a:endParaRPr sz="2900" b="1" spc="-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323850" indent="-215900" algn="ctr">
              <a:spcBef>
                <a:spcPts val="1000"/>
              </a:spcBef>
              <a:buSzTx/>
              <a:buFont typeface="Wingdings"/>
              <a:buNone/>
              <a:defRPr sz="2400" b="1" spc="-100">
                <a:solidFill>
                  <a:srgbClr val="002060"/>
                </a:solidFill>
              </a:defRPr>
            </a:pPr>
            <a:r>
              <a:rPr sz="29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Batch 202</a:t>
            </a:r>
            <a:r>
              <a:rPr lang="en-US" sz="29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3</a:t>
            </a:r>
            <a:endParaRPr sz="29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5" name="Content Placeholder 7"/>
          <p:cNvGraphicFramePr/>
          <p:nvPr>
            <p:extLst>
              <p:ext uri="{D42A27DB-BD31-4B8C-83A1-F6EECF244321}">
                <p14:modId xmlns:p14="http://schemas.microsoft.com/office/powerpoint/2010/main" val="3998744869"/>
              </p:ext>
            </p:extLst>
          </p:nvPr>
        </p:nvGraphicFramePr>
        <p:xfrm>
          <a:off x="2723456" y="4606713"/>
          <a:ext cx="7102440" cy="14083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426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440">
                <a:tc>
                  <a:txBody>
                    <a:bodyPr/>
                    <a:lstStyle/>
                    <a:p>
                      <a:pPr algn="ctr">
                        <a:defRPr sz="1800" spc="0"/>
                      </a:pPr>
                      <a:r>
                        <a:rPr sz="2000" b="1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Reg. No.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spc="0"/>
                      </a:pPr>
                      <a:r>
                        <a:rPr sz="2000" b="1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 of the student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40">
                <a:tc>
                  <a:txBody>
                    <a:bodyPr/>
                    <a:lstStyle/>
                    <a:p>
                      <a:pPr algn="ctr">
                        <a:defRPr sz="1800" spc="0"/>
                      </a:pPr>
                      <a:endParaRPr sz="2000" b="1" spc="-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spc="0"/>
                      </a:pPr>
                      <a:endParaRPr sz="2000" b="1" spc="-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297628"/>
                  </a:ext>
                </a:extLst>
              </a:tr>
              <a:tr h="469440">
                <a:tc>
                  <a:txBody>
                    <a:bodyPr/>
                    <a:lstStyle/>
                    <a:p>
                      <a:pPr algn="l">
                        <a:defRPr sz="1800" spc="0">
                          <a:sym typeface="Arial"/>
                        </a:defRPr>
                      </a:pPr>
                      <a:endParaRPr dirty="0"/>
                    </a:p>
                  </a:txBody>
                  <a:tcPr marL="0" marR="0" marT="0" marB="0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spc="0">
                          <a:sym typeface="Arial"/>
                        </a:defRPr>
                      </a:pPr>
                      <a:endParaRPr dirty="0"/>
                    </a:p>
                  </a:txBody>
                  <a:tcPr marL="0" marR="0" marT="0" marB="0" horzOverflow="overflow">
                    <a:lnL w="12700">
                      <a:noFill/>
                      <a:miter lim="400000"/>
                    </a:lnL>
                    <a:lnR w="12700">
                      <a:miter lim="4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0983239" y="6482928"/>
            <a:ext cx="370441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434" name="PlaceHolder 1"/>
          <p:cNvSpPr txBox="1">
            <a:spLocks noGrp="1"/>
          </p:cNvSpPr>
          <p:nvPr>
            <p:ph type="title" idx="4294967295"/>
          </p:nvPr>
        </p:nvSpPr>
        <p:spPr>
          <a:xfrm>
            <a:off x="983432" y="1268760"/>
            <a:ext cx="8285041" cy="11458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spc="-100">
                <a:solidFill>
                  <a:srgbClr val="FF0000"/>
                </a:solidFill>
              </a:defRPr>
            </a:lvl1pPr>
          </a:lstStyle>
          <a:p>
            <a:r>
              <a:rPr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Outline</a:t>
            </a:r>
          </a:p>
        </p:txBody>
      </p:sp>
      <p:sp>
        <p:nvSpPr>
          <p:cNvPr id="435" name="PlaceHolder 2"/>
          <p:cNvSpPr txBox="1">
            <a:spLocks noGrp="1"/>
          </p:cNvSpPr>
          <p:nvPr>
            <p:ph type="body" idx="4294967295"/>
          </p:nvPr>
        </p:nvSpPr>
        <p:spPr>
          <a:xfrm>
            <a:off x="838438" y="2086208"/>
            <a:ext cx="10515242" cy="4771792"/>
          </a:xfrm>
          <a:prstGeom prst="rect">
            <a:avLst/>
          </a:prstGeom>
        </p:spPr>
        <p:txBody>
          <a:bodyPr lIns="45719" tIns="45719" rIns="45719" bIns="45719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Introduction to Internship</a:t>
            </a:r>
          </a:p>
          <a:p>
            <a:r>
              <a:rPr lang="en-US" b="1" dirty="0">
                <a:solidFill>
                  <a:schemeClr val="bg1"/>
                </a:solidFill>
              </a:rPr>
              <a:t>Skills Learned</a:t>
            </a:r>
          </a:p>
          <a:p>
            <a:r>
              <a:rPr lang="en-US" b="1" dirty="0">
                <a:solidFill>
                  <a:schemeClr val="bg1"/>
                </a:solidFill>
              </a:rPr>
              <a:t>Project/Tasks Done</a:t>
            </a:r>
          </a:p>
          <a:p>
            <a:r>
              <a:rPr lang="en-US" b="1" dirty="0">
                <a:solidFill>
                  <a:schemeClr val="bg1"/>
                </a:solidFill>
              </a:rPr>
              <a:t>Tools and Technologies Used</a:t>
            </a:r>
          </a:p>
          <a:p>
            <a:r>
              <a:rPr lang="en-US" b="1" dirty="0">
                <a:solidFill>
                  <a:schemeClr val="bg1"/>
                </a:solidFill>
              </a:rPr>
              <a:t>Challenges Faced and Solutions</a:t>
            </a:r>
          </a:p>
          <a:p>
            <a:r>
              <a:rPr lang="en-US" b="1" dirty="0">
                <a:solidFill>
                  <a:schemeClr val="bg1"/>
                </a:solidFill>
              </a:rPr>
              <a:t>Conclusion and Takeaways</a:t>
            </a:r>
          </a:p>
          <a:p>
            <a:pPr marL="10795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1833244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83432" y="2492896"/>
            <a:ext cx="100091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About Innovate Intern: A digital internship platform offering real-world project-based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Objective of the internship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  O1: Learn practical applications of Python in real-world projects.</a:t>
            </a:r>
          </a:p>
          <a:p>
            <a:r>
              <a:rPr lang="en-US" dirty="0"/>
              <a:t>      O2: Understand and implement NLP-based chatbot logic.</a:t>
            </a:r>
          </a:p>
          <a:p>
            <a:r>
              <a:rPr lang="en-US" dirty="0"/>
              <a:t>      O3: Explore cybersecurity best practices and user education.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Area of focus: Python, NLP, and Cybersecurity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47408" y="1916832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Introduction to Internship</a:t>
            </a:r>
          </a:p>
        </p:txBody>
      </p:sp>
    </p:spTree>
    <p:extLst>
      <p:ext uri="{BB962C8B-B14F-4D97-AF65-F5344CB8AC3E}">
        <p14:creationId xmlns:p14="http://schemas.microsoft.com/office/powerpoint/2010/main" val="259909509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3472" y="2564904"/>
            <a:ext cx="84969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Technical Skills: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Natural Language Processing with spaCy &amp; NLTK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Chatbot development using Rasa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model training using TensorFlow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Soft Skills: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Self-paced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 and resourcefulness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and task management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91744" y="1844824"/>
            <a:ext cx="3024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Skills Learned</a:t>
            </a:r>
          </a:p>
        </p:txBody>
      </p:sp>
    </p:spTree>
    <p:extLst>
      <p:ext uri="{BB962C8B-B14F-4D97-AF65-F5344CB8AC3E}">
        <p14:creationId xmlns:p14="http://schemas.microsoft.com/office/powerpoint/2010/main" val="216544430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1584" y="2564904"/>
            <a:ext cx="69127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Project Title: </a:t>
            </a:r>
            <a:r>
              <a:rPr lang="en-US" dirty="0"/>
              <a:t>Chatbot Assistant System using Python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Tasks Completed: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n-US" dirty="0"/>
              <a:t>Gathered and preprocessed cybersecurity FAQs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n-US" dirty="0"/>
              <a:t>Selected and trained an NLP model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n-US" dirty="0"/>
              <a:t>Integrated chatbot using Rasa framework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n-US" dirty="0"/>
              <a:t>Tested chatbot with real-time queries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n-US" dirty="0"/>
              <a:t>Deployed and documented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367808" y="1916832"/>
            <a:ext cx="35283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Project/Tasks Done</a:t>
            </a:r>
          </a:p>
        </p:txBody>
      </p:sp>
    </p:spTree>
    <p:extLst>
      <p:ext uri="{BB962C8B-B14F-4D97-AF65-F5344CB8AC3E}">
        <p14:creationId xmlns:p14="http://schemas.microsoft.com/office/powerpoint/2010/main" val="410366417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39532" y="2996952"/>
            <a:ext cx="8156868" cy="170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Languages: </a:t>
            </a:r>
            <a:r>
              <a:rPr lang="en-US" dirty="0"/>
              <a:t>Python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NLP Libraries</a:t>
            </a:r>
            <a:r>
              <a:rPr lang="en-US" dirty="0"/>
              <a:t>: NLTK, spaCy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Frameworks:</a:t>
            </a:r>
            <a:r>
              <a:rPr lang="en-US" dirty="0"/>
              <a:t> Rasa, TensorFlow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Other Tools: </a:t>
            </a:r>
            <a:r>
              <a:rPr lang="en-US" dirty="0"/>
              <a:t>GitHub, Visual Studio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19736" y="1916832"/>
            <a:ext cx="3886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Tools and 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420277408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413338"/>
            <a:ext cx="878497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Challenge: </a:t>
            </a:r>
            <a:r>
              <a:rPr lang="en-US" dirty="0"/>
              <a:t>Selecting a suitable NLP model</a:t>
            </a:r>
          </a:p>
          <a:p>
            <a:pPr>
              <a:lnSpc>
                <a:spcPct val="150000"/>
              </a:lnSpc>
            </a:pPr>
            <a:r>
              <a:rPr lang="en-US" dirty="0"/>
              <a:t>    </a:t>
            </a:r>
            <a:r>
              <a:rPr lang="en-US" b="1" dirty="0"/>
              <a:t>Solution:</a:t>
            </a:r>
            <a:r>
              <a:rPr lang="en-US" dirty="0"/>
              <a:t> Compared multiple models, chose spaCy for efficiency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Challenge:</a:t>
            </a:r>
            <a:r>
              <a:rPr lang="en-US" dirty="0"/>
              <a:t> Training dataset quality</a:t>
            </a:r>
          </a:p>
          <a:p>
            <a:pPr>
              <a:lnSpc>
                <a:spcPct val="150000"/>
              </a:lnSpc>
            </a:pPr>
            <a:r>
              <a:rPr lang="en-US" dirty="0"/>
              <a:t>    </a:t>
            </a:r>
            <a:r>
              <a:rPr lang="en-US" b="1" dirty="0"/>
              <a:t>Solution:</a:t>
            </a:r>
            <a:r>
              <a:rPr lang="en-US" dirty="0"/>
              <a:t> Created  a custom dataset from OWASP/NIST docs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Challenge:</a:t>
            </a:r>
            <a:r>
              <a:rPr lang="en-US" dirty="0"/>
              <a:t> Testing chatbot for accuracy</a:t>
            </a:r>
          </a:p>
          <a:p>
            <a:pPr>
              <a:lnSpc>
                <a:spcPct val="150000"/>
              </a:lnSpc>
            </a:pPr>
            <a:r>
              <a:rPr lang="en-US" dirty="0"/>
              <a:t>    </a:t>
            </a:r>
            <a:r>
              <a:rPr lang="en-US" b="1" dirty="0"/>
              <a:t>Solution:</a:t>
            </a:r>
            <a:r>
              <a:rPr lang="en-US" dirty="0"/>
              <a:t> Used iterative feedback and refined responses</a:t>
            </a: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63752" y="1844824"/>
            <a:ext cx="3736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Challenges Faced and Solutions</a:t>
            </a:r>
          </a:p>
        </p:txBody>
      </p:sp>
    </p:spTree>
    <p:extLst>
      <p:ext uri="{BB962C8B-B14F-4D97-AF65-F5344CB8AC3E}">
        <p14:creationId xmlns:p14="http://schemas.microsoft.com/office/powerpoint/2010/main" val="30176524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1464" y="2636912"/>
            <a:ext cx="93610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Summary:</a:t>
            </a:r>
          </a:p>
          <a:p>
            <a:r>
              <a:rPr lang="en-US" dirty="0"/>
              <a:t>“ This internship gave me hands-on experience with Python and real-world chatbot development for cybersecurity education.”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Key Learnings:</a:t>
            </a:r>
          </a:p>
          <a:p>
            <a:r>
              <a:rPr lang="en-US" dirty="0"/>
              <a:t>“ Learned Python application in real domains and built an AI-driven solution. It has strengthened my career path toward cybersecurity and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11624" y="198884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/>
              <a:t>Conclusion and Takeaways</a:t>
            </a:r>
          </a:p>
        </p:txBody>
      </p:sp>
    </p:spTree>
    <p:extLst>
      <p:ext uri="{BB962C8B-B14F-4D97-AF65-F5344CB8AC3E}">
        <p14:creationId xmlns:p14="http://schemas.microsoft.com/office/powerpoint/2010/main" val="110146736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0983239" y="6482928"/>
            <a:ext cx="370441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pic>
        <p:nvPicPr>
          <p:cNvPr id="48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400" y="1556280"/>
            <a:ext cx="8875801" cy="4615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4721</TotalTime>
  <Words>319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Wingdings</vt:lpstr>
      <vt:lpstr>Office Theme</vt:lpstr>
      <vt:lpstr> Internship Presentation -1.0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</dc:title>
  <dc:creator>LENOVO</dc:creator>
  <cp:lastModifiedBy>Naganandini G</cp:lastModifiedBy>
  <cp:revision>40</cp:revision>
  <dcterms:modified xsi:type="dcterms:W3CDTF">2026-04-25T12:52:30Z</dcterms:modified>
</cp:coreProperties>
</file>